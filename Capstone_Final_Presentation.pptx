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Engineering Automation with Agentic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IIT Delhi – AI for Future Tech Leaders</a:t>
            </a:r>
          </a:p>
          <a:p>
            <a:r>
              <a:t>Virtual Engineering Co-worker 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Engineering teams spend significant time on:</a:t>
            </a:r>
          </a:p>
          <a:p/>
          <a:p>
            <a:r>
              <a:t>• Document review</a:t>
            </a:r>
          </a:p>
          <a:p>
            <a:r>
              <a:t>• Technical summarization</a:t>
            </a:r>
          </a:p>
          <a:p>
            <a:r>
              <a:t>• Risk validation</a:t>
            </a:r>
          </a:p>
          <a:p>
            <a:r>
              <a:t>• Approval workflows</a:t>
            </a:r>
          </a:p>
          <a:p>
            <a:r>
              <a:t>• Engineering recommendations</a:t>
            </a:r>
          </a:p>
          <a:p/>
          <a:p>
            <a:r>
              <a:t>Objective:</a:t>
            </a:r>
          </a:p>
          <a:p>
            <a:r>
              <a:t>Build an Agentic Engineering Decision Intelligence MVP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AI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Upload</a:t>
            </a:r>
          </a:p>
          <a:p>
            <a:r>
              <a:t>↓</a:t>
            </a:r>
          </a:p>
          <a:p>
            <a:r>
              <a:t>Knowledge Agent</a:t>
            </a:r>
          </a:p>
          <a:p>
            <a:r>
              <a:t>↓</a:t>
            </a:r>
          </a:p>
          <a:p>
            <a:r>
              <a:t>Recommendation Agent</a:t>
            </a:r>
          </a:p>
          <a:p>
            <a:r>
              <a:t>↓</a:t>
            </a:r>
          </a:p>
          <a:p>
            <a:r>
              <a:t>Validation Agent</a:t>
            </a:r>
          </a:p>
          <a:p>
            <a:r>
              <a:t>↓</a:t>
            </a:r>
          </a:p>
          <a:p>
            <a:r>
              <a:t>Decision Agent</a:t>
            </a:r>
          </a:p>
          <a:p>
            <a:r>
              <a:t>↓</a:t>
            </a:r>
          </a:p>
          <a:p>
            <a:r>
              <a:t>Human Approval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Streamlit</a:t>
            </a:r>
          </a:p>
          <a:p>
            <a:r>
              <a:t>LLM Engine: Groq</a:t>
            </a:r>
          </a:p>
          <a:p>
            <a:r>
              <a:t>Document Parsing: PDF / DOCX / TXT</a:t>
            </a:r>
          </a:p>
          <a:p>
            <a:r>
              <a:t>AI Workflow: Multi-Agent Simulation</a:t>
            </a:r>
          </a:p>
          <a:p>
            <a:r>
              <a:t>Output: Engineering Summary + PDF Report</a:t>
            </a:r>
          </a:p>
          <a:p>
            <a:r>
              <a:t>Human-in-the-loop Approval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Multi-document upload</a:t>
            </a:r>
          </a:p>
          <a:p>
            <a:r>
              <a:t>✅ Engineering summarization</a:t>
            </a:r>
          </a:p>
          <a:p>
            <a:r>
              <a:t>✅ Agent workflow orchestration</a:t>
            </a:r>
          </a:p>
          <a:p>
            <a:r>
              <a:t>✅ Confidence scoring</a:t>
            </a:r>
          </a:p>
          <a:p>
            <a:r>
              <a:t>✅ Human approval workflow</a:t>
            </a:r>
          </a:p>
          <a:p>
            <a:r>
              <a:t>✅ AI-generated PDF reports</a:t>
            </a:r>
          </a:p>
          <a:p>
            <a:r>
              <a:t>✅ Streamlit cloud deployment</a:t>
            </a:r>
          </a:p>
          <a:p>
            <a:r>
              <a:t>✅ Groq LLM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Calculation Agents</a:t>
            </a:r>
          </a:p>
          <a:p>
            <a:r>
              <a:t>• RFQ Automation Agents</a:t>
            </a:r>
          </a:p>
          <a:p>
            <a:r>
              <a:t>• Vendor Evaluation Agents</a:t>
            </a:r>
          </a:p>
          <a:p>
            <a:r>
              <a:t>• Predictive Maintenance AI</a:t>
            </a:r>
          </a:p>
          <a:p>
            <a:r>
              <a:t>• Autonomous Engineering Workflows</a:t>
            </a:r>
          </a:p>
          <a:p>
            <a:r>
              <a:t>• Enterprise ERP Integration</a:t>
            </a:r>
          </a:p>
          <a:p>
            <a:r>
              <a:t>• Multi-Agent Orchestration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Engineering Automation with Agentic AI</a:t>
            </a:r>
          </a:p>
          <a:p/>
          <a:p>
            <a:r>
              <a:t>IIT Delhi – AI for Future Tech Leaders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